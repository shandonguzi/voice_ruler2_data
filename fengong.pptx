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8"/>
  </p:notesMasterIdLst>
  <p:handoutMasterIdLst>
    <p:handoutMasterId r:id="rId9"/>
  </p:handoutMasterIdLst>
  <p:sldIdLst>
    <p:sldId id="283" r:id="rId5"/>
    <p:sldId id="306" r:id="rId6"/>
    <p:sldId id="280" r:id="rId7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306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159" d="100"/>
          <a:sy n="159" d="100"/>
        </p:scale>
        <p:origin x="114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74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3.05794" TargetMode="External"/><Relationship Id="rId2" Type="http://schemas.openxmlformats.org/officeDocument/2006/relationships/hyperlink" Target="https://aclanthology.org/2025.dstc-1.5.pdf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aclanthology.org/2024.emnlp-main.658.pdf" TargetMode="External"/><Relationship Id="rId5" Type="http://schemas.openxmlformats.org/officeDocument/2006/relationships/hyperlink" Target="https://arxiv.org/pdf/2610.35102v1" TargetMode="External"/><Relationship Id="rId4" Type="http://schemas.openxmlformats.org/officeDocument/2006/relationships/hyperlink" Target="https://arxiv.org/pdf/2602.12394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/>
          <a:lstStyle/>
          <a:p>
            <a:r>
              <a:rPr lang="zh-CN" altLang="en-US" dirty="0"/>
              <a:t>部门：</a:t>
            </a:r>
            <a:endParaRPr lang="en-US" altLang="zh-CN" dirty="0"/>
          </a:p>
          <a:p>
            <a:r>
              <a:rPr lang="zh-CN" altLang="en-US" dirty="0"/>
              <a:t>作者：</a:t>
            </a:r>
            <a:endParaRPr lang="en-US" altLang="zh-CN" dirty="0"/>
          </a:p>
          <a:p>
            <a:r>
              <a:rPr lang="zh-CN" altLang="en-US" dirty="0"/>
              <a:t>日期：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566F3-A3A5-4146-9236-C652EFF2FB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zh-CN" dirty="0"/>
              <a:t>Security Level: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1F6A16A-C0FB-4F64-BD5E-5176DB256BFD}"/>
              </a:ext>
            </a:extLst>
          </p:cNvPr>
          <p:cNvSpPr/>
          <p:nvPr/>
        </p:nvSpPr>
        <p:spPr>
          <a:xfrm>
            <a:off x="4806943" y="351916"/>
            <a:ext cx="1880610" cy="902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种子数据（单轮，英）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 + Answer</a:t>
            </a:r>
            <a:endParaRPr lang="zh-CN" altLang="en-US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643FE1-0908-4DFF-AFE2-8A8CB7816347}"/>
              </a:ext>
            </a:extLst>
          </p:cNvPr>
          <p:cNvSpPr/>
          <p:nvPr/>
        </p:nvSpPr>
        <p:spPr>
          <a:xfrm>
            <a:off x="894672" y="1594181"/>
            <a:ext cx="2444090" cy="1136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2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按照主题分簇，每个簇内</a:t>
            </a:r>
            <a:r>
              <a:rPr lang="en-US" altLang="zh-CN" sz="12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xx</a:t>
            </a:r>
            <a:r>
              <a:rPr lang="zh-CN" altLang="en-US" sz="120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条典型种子数据</a:t>
            </a:r>
            <a:endParaRPr lang="en-US" altLang="zh-CN" sz="120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KSTC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无监督聚类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BERTopic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（向量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+HDBSCAN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8494CF-67A9-4741-9688-9008521E1AA0}"/>
              </a:ext>
            </a:extLst>
          </p:cNvPr>
          <p:cNvSpPr/>
          <p:nvPr/>
        </p:nvSpPr>
        <p:spPr>
          <a:xfrm>
            <a:off x="4022884" y="1594180"/>
            <a:ext cx="3484822" cy="11369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每个簇内不同算子变异（先考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persona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沟通风格与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Persona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改写（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PersonaGym /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Useful Diversity or Hallucinated Variety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条件扩展（这块没想好，让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针对常见生成扩展边界？如何衡量？）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BFC2A7-948C-435E-99DC-F5FD230F23D4}"/>
              </a:ext>
            </a:extLst>
          </p:cNvPr>
          <p:cNvSpPr/>
          <p:nvPr/>
        </p:nvSpPr>
        <p:spPr>
          <a:xfrm>
            <a:off x="8131670" y="1594181"/>
            <a:ext cx="2690735" cy="1136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质检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MOS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打分 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 Jev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，需要穿刺效果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质检重复度：按主题内计算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embedding + LLM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？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批量生成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Answer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SOTA gpt</a:t>
            </a:r>
            <a:r>
              <a:rPr lang="zh-CN" altLang="en-US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，暂不考虑）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920C39B-0DDC-44B6-BDE6-A6665644E2CC}"/>
              </a:ext>
            </a:extLst>
          </p:cNvPr>
          <p:cNvSpPr txBox="1"/>
          <p:nvPr/>
        </p:nvSpPr>
        <p:spPr>
          <a:xfrm>
            <a:off x="894672" y="3043989"/>
            <a:ext cx="2853164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原始种子数据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2k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 algn="l">
              <a:buAutoNum type="arabicPeriod"/>
            </a:pP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穿刺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KSTC / BERTopic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（向量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+HDBSCAN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 algn="l">
              <a:buAutoNum type="arabicPeriod"/>
            </a:pP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2k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种子数据的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（也可参考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answer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Query——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簇主题</a:t>
            </a:r>
            <a:endParaRPr kumimoji="1" lang="zh-CN" altLang="en-US" sz="12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622B915-7097-49CB-9457-4D1BE1261B7B}"/>
              </a:ext>
            </a:extLst>
          </p:cNvPr>
          <p:cNvSpPr txBox="1"/>
          <p:nvPr/>
        </p:nvSpPr>
        <p:spPr>
          <a:xfrm>
            <a:off x="4022884" y="2932520"/>
            <a:ext cx="3484822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挑部分主题（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100~200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条），比如宗教类 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 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历史类等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 algn="l">
              <a:buAutoNum type="arabicPeriod"/>
            </a:pP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穿刺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Persona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（参考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PersonaGym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的语料生成方法，借助论文中的公开人物画像，让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按照画像口吻改写），主要考虑拟人化、合理化的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泛化生成，</a:t>
            </a:r>
            <a:r>
              <a:rPr kumimoji="1" lang="zh-CN" altLang="en-US" sz="1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看下和</a:t>
            </a:r>
            <a:r>
              <a:rPr kumimoji="1" lang="en-US" altLang="zh-CN" sz="1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person bank</a:t>
            </a:r>
            <a:r>
              <a:rPr kumimoji="1" lang="zh-CN" altLang="en-US" sz="1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的区别</a:t>
            </a:r>
            <a:endParaRPr kumimoji="1" lang="en-US" altLang="zh-CN" sz="12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 algn="l">
              <a:buAutoNum type="arabicPeriod"/>
            </a:pP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泛化效果评估，参考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Useful Diversity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的语料质检方法，如语料级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distinct-2/self-BLEU-4/embedding/LLM-as-a-Judge</a:t>
            </a:r>
          </a:p>
          <a:p>
            <a:pPr algn="l"/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某个簇的种子数据的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persona</a:t>
            </a:r>
          </a:p>
          <a:p>
            <a:pPr algn="l"/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输出：（每个种子进行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次泛化？再筛选泛化效果）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Query-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簇主题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泛化关键词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泛化语料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1-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泛化效果评估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Query-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簇主题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泛化关键词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泛化语料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2-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泛化效果评估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pPr algn="l"/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  <a:endParaRPr kumimoji="1" lang="zh-CN" altLang="en-US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B61C291-7C25-4552-833B-AF3D9F1FE8E8}"/>
              </a:ext>
            </a:extLst>
          </p:cNvPr>
          <p:cNvSpPr txBox="1"/>
          <p:nvPr/>
        </p:nvSpPr>
        <p:spPr>
          <a:xfrm>
            <a:off x="7965230" y="2926505"/>
            <a:ext cx="3484822" cy="25853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挑部分种子数据（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100~200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条），可以多个主题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 algn="l">
              <a:buAutoNum type="arabicPeriod"/>
            </a:pP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LLM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产出一些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bad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数据，如明显不符合逻辑、语法错误等，应用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MOS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打分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/Jev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看是否能很好的区分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good/bad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 algn="l">
              <a:buAutoNum type="arabicPeriod"/>
            </a:pP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MOS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打分的维度设计，可以找些论文看是否有合适的维度，可以评判新生成的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是否合理，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prompt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最好通用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indent="-228600" algn="l">
              <a:buAutoNum type="arabicPeriod"/>
            </a:pP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设计好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rubric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以后，可以考虑多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共同打分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种子数据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query-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泛化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</a:t>
            </a:r>
          </a:p>
          <a:p>
            <a:pPr algn="l"/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输出：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种子数据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query-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泛化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query-MOS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评分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/Jev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评分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D4FD2D1-C9E2-4E80-B41B-2DCEDF4D0384}"/>
              </a:ext>
            </a:extLst>
          </p:cNvPr>
          <p:cNvSpPr txBox="1"/>
          <p:nvPr/>
        </p:nvSpPr>
        <p:spPr>
          <a:xfrm>
            <a:off x="7824862" y="249104"/>
            <a:ext cx="3861811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Ø"/>
            </a:pPr>
            <a:r>
              <a:rPr kumimoji="1" lang="zh-CN" altLang="en-US" sz="1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蓝区开发，让模型干活，英文语料不要自己硬看，前期工程搭起来后，主要工作应该是调</a:t>
            </a:r>
            <a:r>
              <a:rPr kumimoji="1" lang="en-US" altLang="zh-CN" sz="1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Prompt</a:t>
            </a: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kumimoji="1" lang="zh-CN" altLang="en-US" sz="1200" b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每一步尽量有据可依，数据</a:t>
            </a:r>
            <a:r>
              <a:rPr kumimoji="1" lang="en-US" altLang="zh-CN" sz="1200" b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b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论文</a:t>
            </a:r>
            <a:r>
              <a:rPr kumimoji="1" lang="en-US" altLang="zh-CN" sz="1200" b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kumimoji="1" lang="zh-CN" altLang="en-US" sz="1200" b="1">
                <a:solidFill>
                  <a:schemeClr val="accent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工程，这样后期即使效果不好，也不会被质疑是工程问题</a:t>
            </a:r>
            <a:endParaRPr kumimoji="1" lang="en-US" altLang="zh-CN" sz="1200" b="1">
              <a:solidFill>
                <a:schemeClr val="accent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kumimoji="1" lang="zh-CN" altLang="en-US" sz="12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每日汇报下进展（不确定及时群里讨论），效果尽量可视化，方便看每个版本的质量</a:t>
            </a:r>
            <a:endParaRPr kumimoji="1" lang="zh-CN" altLang="en-US" sz="12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1BEC437-17A2-4C09-A1D1-62CA571F85F7}"/>
              </a:ext>
            </a:extLst>
          </p:cNvPr>
          <p:cNvSpPr txBox="1"/>
          <p:nvPr/>
        </p:nvSpPr>
        <p:spPr>
          <a:xfrm>
            <a:off x="561799" y="5511727"/>
            <a:ext cx="3234163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KSTC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2"/>
              </a:rPr>
              <a:t>https://aclanthology.org/2025.dstc-1.5.pdf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BERTopic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/>
              </a:rPr>
              <a:t>https://arxiv.org/pdf/2203.05794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A547879-C604-43D1-BA81-EFAD6ACFDC08}"/>
              </a:ext>
            </a:extLst>
          </p:cNvPr>
          <p:cNvSpPr txBox="1"/>
          <p:nvPr/>
        </p:nvSpPr>
        <p:spPr>
          <a:xfrm>
            <a:off x="4022884" y="5967520"/>
            <a:ext cx="3234163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PersonaGym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4"/>
              </a:rPr>
              <a:t>https://arxiv.org/pdf/2602.12394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Useful Diversity or Hallucinated Variety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5"/>
              </a:rPr>
              <a:t>https://arxiv.org/pdf/2610.35102v1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9649A74-CB91-4EAE-8BF5-3D9A81B01C13}"/>
              </a:ext>
            </a:extLst>
          </p:cNvPr>
          <p:cNvSpPr txBox="1"/>
          <p:nvPr/>
        </p:nvSpPr>
        <p:spPr>
          <a:xfrm>
            <a:off x="7991462" y="5690521"/>
            <a:ext cx="3234163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Useful Diversity or Hallucinated Variety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5"/>
              </a:rPr>
              <a:t>https://arxiv.org/pdf/2610.35102v1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QGEval</a:t>
            </a:r>
            <a:r>
              <a:rPr kumimoji="1" lang="zh-CN" altLang="en-US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6"/>
              </a:rPr>
              <a:t>https://aclanthology.org/2024.emnlp-main.658.pdf</a:t>
            </a:r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kumimoji="1" lang="en-US" altLang="zh-CN" sz="12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</a:t>
            </a:r>
          </a:p>
          <a:p>
            <a:pPr algn="l"/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l"/>
            <a:endParaRPr kumimoji="1" lang="en-US" altLang="zh-CN" sz="120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41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1478</TotalTime>
  <Words>549</Words>
  <Application>Microsoft Office PowerPoint</Application>
  <PresentationFormat>自定义</PresentationFormat>
  <Paragraphs>56</Paragraphs>
  <Slides>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Microsoft YaHei</vt:lpstr>
      <vt:lpstr>Arial</vt:lpstr>
      <vt:lpstr>Calibri</vt:lpstr>
      <vt:lpstr>Times New Roman</vt:lpstr>
      <vt:lpstr>Wingdings</vt:lpstr>
      <vt:lpstr>封面页_图片版 </vt:lpstr>
      <vt:lpstr>目录页</vt:lpstr>
      <vt:lpstr>章节页</vt:lpstr>
      <vt:lpstr>结束页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loujianyue</dc:creator>
  <cp:lastModifiedBy>loujianyue</cp:lastModifiedBy>
  <cp:revision>27</cp:revision>
  <dcterms:created xsi:type="dcterms:W3CDTF">2020-08-28T08:44:19Z</dcterms:created>
  <dcterms:modified xsi:type="dcterms:W3CDTF">2026-10-29T02:54:46Z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